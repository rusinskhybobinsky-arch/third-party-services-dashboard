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searchable website combining four separate cloud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84632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24231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test records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77824" y="3429000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Gmail messages  •  10 GitHub repos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Notion pages  •  10 Calendar events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0136" y="1453896"/>
            <a:ext cx="5961888" cy="4453128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0" descr="/mnt/data/image(20261013-18232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508760"/>
            <a:ext cx="5852160" cy="4343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79592" y="5952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Screenshot: working local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 and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connected services to locally stored, searchable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18488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847088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1801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test content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2404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coursework accounts and clearly fictional records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1618488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1847088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1801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and store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0" y="2404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records as JSON under dataExports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3877056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 browser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Python locally and search across services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46520" y="3648456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3877056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results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31520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file structure and compare against sources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02 — Budget Review Meeting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8582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85647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test email compared with its indexed dashboard record.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test repositories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Screenshot 2026-10-13 at 3.00.18 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0450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profile confirms 10 repositories; dashboard filters 10 GitHub records.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Budget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9061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0819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amounts and text are searchable from the local Notion export.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Calendar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— Monthly Budget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9102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1132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date, time, title and description match the calendar record.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Cross-Service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keyword retrieves matching records from several independent 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1353312"/>
            <a:ext cx="8613648" cy="4544568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9" name="Image 0" descr="/mnt/data/image(20261013-18564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08176"/>
            <a:ext cx="850392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00032" y="1499616"/>
            <a:ext cx="2157984" cy="337413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56064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Search: budget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656064" y="2615184"/>
            <a:ext cx="16093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matching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56064" y="38313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labeled with their source service.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Storage and Validation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consistent, readable JSON structure across four service folders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435608"/>
            <a:ext cx="475488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third-party-services-project/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4984" y="2377440"/>
            <a:ext cx="4041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dataExports/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github/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gmail/ 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notion/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google-calendar/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server.py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validate_exports.py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localStorageFormats.md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README.md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1435608"/>
            <a:ext cx="5724144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RESULT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2331720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8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108192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JSON records passed structural checks.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08192" y="41879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verifies required fields and readability. It does not certify a complete raw API export.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and Remaining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distinction between demonstrated functionality and final submission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44752"/>
            <a:ext cx="507492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8105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8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NOW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2416" y="2404872"/>
            <a:ext cx="44165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Four connected test services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10 items per service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Local Python dashboard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Service-specific and cross-service search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JSON structure validation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44768" y="1444752"/>
            <a:ext cx="5248656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FINAL SUBMISSION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55664" y="2386584"/>
            <a:ext cx="45262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 all approved files to public GitHub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 repeatable export instructions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provider-native metadata coverage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a ≤3-minute demonstration video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tokens and account credentials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 Party Services Dashboard</dc:title>
  <dc:subject>Third Party Services Dashboard</dc:subject>
  <dc:creator>Student project</dc:creator>
  <cp:lastModifiedBy>Student project</cp:lastModifiedBy>
  <cp:revision>1</cp:revision>
  <dcterms:created xsi:type="dcterms:W3CDTF">2026-10-13T19:13:12Z</dcterms:created>
  <dcterms:modified xsi:type="dcterms:W3CDTF">2026-10-13T19:13:12Z</dcterms:modified>
</cp:coreProperties>
</file>