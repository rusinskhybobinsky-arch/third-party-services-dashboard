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searchable website combining four separate cloud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84632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24231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test records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77824" y="3429000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Gmail messages  •  10 GitHub repos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Notion pages  •  10 Calendar events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0136" y="1453896"/>
            <a:ext cx="5961888" cy="4453128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0" descr="/mnt/data/image(20261013-18232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508760"/>
            <a:ext cx="5852160" cy="4343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79592" y="5952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Screenshot: working local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 and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connected services to locally stored, searchable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18488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847088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1801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test content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2404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coursework accounts and clearly fictional records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1618488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1847088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1801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and store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0" y="2404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records as JSON under dataExports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3877056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 browser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Python locally and search across services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46520" y="3648456"/>
            <a:ext cx="52760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3877056"/>
            <a:ext cx="484632" cy="484632"/>
          </a:xfrm>
          <a:prstGeom prst="ellipse">
            <a:avLst/>
          </a:prstGeom>
          <a:solidFill>
            <a:srgbClr val="2963C4"/>
          </a:solidFill>
          <a:ln w="12700">
            <a:solidFill>
              <a:srgbClr val="2963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results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31520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file structure and compare against sources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02 — Budget Review Meeting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8582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85647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test email compared with its indexed dashboard record.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test repositories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Screenshot 2026-10-13 at 3.00.18 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0450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profile confirms 10 repositories; dashboard filters 10 GitHub records.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Budget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9061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0819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amounts and text are searchable from the local Notion export.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Calendar — Source vs.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— Monthly Budget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8132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1" name="Image 0" descr="/mnt/data/image(20261013-19102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527608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847088"/>
            <a:ext cx="5385816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13" name="Image 1" descr="/mnt/data/image(20261013-191132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01952"/>
            <a:ext cx="5276088" cy="3493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date, time, title and description match the calendar record.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Cross-Service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keyword retrieves matching records from several independent 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1353312"/>
            <a:ext cx="8613648" cy="4544568"/>
          </a:xfrm>
          <a:prstGeom prst="roundRect">
            <a:avLst>
              <a:gd name="adj" fmla="val 2012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pic>
        <p:nvPicPr>
          <p:cNvPr id="9" name="Image 0" descr="/mnt/data/image(20261013-18564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08176"/>
            <a:ext cx="850392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00032" y="1499616"/>
            <a:ext cx="2157984" cy="337413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56064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Search: budget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656064" y="2615184"/>
            <a:ext cx="16093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matching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56064" y="38313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labeled with their source service.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Storage and Validation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consistent, readable JSON structure across four service folders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435608"/>
            <a:ext cx="475488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third-party-services-project/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4984" y="2377440"/>
            <a:ext cx="4041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dataExports/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github/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gmail/ 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notion/             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google-calendar/  10 JSON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server.py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validate_exports.py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localStorageFormats.md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5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README.md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1435608"/>
            <a:ext cx="5724144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63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RESULT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2331720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8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108192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JSON records passed structural checks.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08192" y="41879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verifies required fields and readability. It does not certify a complete raw API export.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2F53"/>
          </a:solidFill>
          <a:ln w="12700">
            <a:solidFill>
              <a:srgbClr val="182F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Implementation and Verification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Completed project components and the scope of current verification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6519672"/>
            <a:ext cx="11064240" cy="0"/>
          </a:xfrm>
          <a:prstGeom prst="line">
            <a:avLst/>
          </a:prstGeom>
          <a:noFill/>
          <a:ln w="12700">
            <a:solidFill>
              <a:srgbClr val="DEE6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 PARTY SERVICES DASHBOARD  •  OCTOBER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6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44752"/>
            <a:ext cx="507492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18105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PROJECT DELIVERABLES</a:t>
            </a:r>
          </a:p>
        </p:txBody>
      </p:sp>
      <p:sp>
        <p:nvSpPr>
          <p:cNvPr id="10" name="Text 8"/>
          <p:cNvSpPr/>
          <p:nvPr/>
        </p:nvSpPr>
        <p:spPr>
          <a:xfrm>
            <a:off x="1042416" y="2404872"/>
            <a:ext cx="44165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✓ 40 original JSON records; 20 later metadata records</a:t>
            </a:r>
          </a:p>
          <a:p>
            <a:r>
              <a:t>✓ Local searchable Python dashboard</a:t>
            </a:r>
          </a:p>
          <a:p>
            <a:r>
              <a:t>✓ Service-specific and cross-service search</a:t>
            </a:r>
          </a:p>
          <a:p>
            <a:r>
              <a:t>✓ JSON structural validator passes</a:t>
            </a:r>
          </a:p>
          <a:p>
            <a:r>
              <a:t>✓ Four-service MCP configuration included</a:t>
            </a:r>
          </a:p>
        </p:txBody>
      </p:sp>
      <p:sp>
        <p:nvSpPr>
          <p:cNvPr id="11" name="Shape 9"/>
          <p:cNvSpPr/>
          <p:nvPr/>
        </p:nvSpPr>
        <p:spPr>
          <a:xfrm>
            <a:off x="6144768" y="1444752"/>
            <a:ext cx="5248656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EE6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55664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VERIFICATION NOTES</a:t>
            </a:r>
          </a:p>
        </p:txBody>
      </p:sp>
      <p:sp>
        <p:nvSpPr>
          <p:cNvPr id="13" name="Text 11"/>
          <p:cNvSpPr/>
          <p:nvPr/>
        </p:nvSpPr>
        <p:spPr>
          <a:xfrm>
            <a:off x="6455664" y="2386584"/>
            <a:ext cx="45262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• Public GitHub repository includes project files</a:t>
            </a:r>
          </a:p>
          <a:p>
            <a:r>
              <a:t>• GitHub MCP successfully fetched README</a:t>
            </a:r>
          </a:p>
          <a:p>
            <a:r>
              <a:t>• Notion MCP connection listed tools</a:t>
            </a:r>
          </a:p>
          <a:p>
            <a:r>
              <a:t>• Google MCP endpoints require separate authorization</a:t>
            </a:r>
          </a:p>
          <a:p>
            <a:r>
              <a:t>• Demo is an edited walkthrough, not live capture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 Party Services Dashboard</dc:title>
  <dc:subject>Third Party Services Dashboard</dc:subject>
  <dc:creator>Student project</dc:creator>
  <cp:lastModifiedBy>Student project</cp:lastModifiedBy>
  <cp:revision>1</cp:revision>
  <dcterms:created xsi:type="dcterms:W3CDTF">2026-10-13T19:13:12Z</dcterms:created>
  <dcterms:modified xsi:type="dcterms:W3CDTF">2026-10-13T19:13:12Z</dcterms:modified>
</cp:coreProperties>
</file>